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7"/>
  </p:notesMasterIdLst>
  <p:sldIdLst>
    <p:sldId id="256" r:id="rId2"/>
    <p:sldId id="258" r:id="rId3"/>
    <p:sldId id="265"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80030"/>
  </p:normalViewPr>
  <p:slideViewPr>
    <p:cSldViewPr snapToGrid="0">
      <p:cViewPr varScale="1">
        <p:scale>
          <a:sx n="89" d="100"/>
          <a:sy n="89" d="100"/>
        </p:scale>
        <p:origin x="1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1/23/26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5</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1/23/26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1/23/26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1075</TotalTime>
  <Words>323</Words>
  <Application>Microsoft Macintosh PowerPoint</Application>
  <PresentationFormat>Widescreen</PresentationFormat>
  <Paragraphs>26</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Bierstadt</vt:lpstr>
      <vt:lpstr>Bradley Hand</vt:lpstr>
      <vt:lpstr>GestaltVTI</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10</cp:revision>
  <dcterms:created xsi:type="dcterms:W3CDTF">2025-09-20T14:48:19Z</dcterms:created>
  <dcterms:modified xsi:type="dcterms:W3CDTF">2026-01-23T06:55:22Z</dcterms:modified>
</cp:coreProperties>
</file>